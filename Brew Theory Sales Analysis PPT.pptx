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F044AA-50C0-43C6-A2D3-5E78099989B6}" v="22" dt="2026-05-16T15:45:13.212"/>
    <p1510:client id="{85ECC4A6-F127-4B9C-9A16-4A4C37640F1B}" v="4" dt="2026-05-16T15:46:18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B42AEB-2ECF-4255-96EF-67E102AD688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B9336AD-F7C0-4F00-A3B6-BBF61CB40AC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Analyze retail coffee shop sales data to derive actionable business insights.</a:t>
          </a:r>
        </a:p>
      </dgm:t>
    </dgm:pt>
    <dgm:pt modelId="{46BB444F-68BD-433E-A51A-2E514BA1082D}" type="parTrans" cxnId="{2FAA6047-BBC7-4A16-9705-0E89AFB4F963}">
      <dgm:prSet/>
      <dgm:spPr/>
      <dgm:t>
        <a:bodyPr/>
        <a:lstStyle/>
        <a:p>
          <a:endParaRPr lang="en-US"/>
        </a:p>
      </dgm:t>
    </dgm:pt>
    <dgm:pt modelId="{85F2F1C9-40F5-4CED-8D4C-E646110C0A04}" type="sibTrans" cxnId="{2FAA6047-BBC7-4A16-9705-0E89AFB4F963}">
      <dgm:prSet/>
      <dgm:spPr/>
      <dgm:t>
        <a:bodyPr/>
        <a:lstStyle/>
        <a:p>
          <a:endParaRPr lang="en-US"/>
        </a:p>
      </dgm:t>
    </dgm:pt>
    <dgm:pt modelId="{0345CB86-636A-4692-AB4F-F119589AA84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Identify peak sales periods</a:t>
          </a:r>
        </a:p>
      </dgm:t>
    </dgm:pt>
    <dgm:pt modelId="{FDF6D683-2122-4922-9ECD-E49E8C7E5AAC}" type="parTrans" cxnId="{BEFF9109-B5FB-4383-B847-D0EA26159256}">
      <dgm:prSet/>
      <dgm:spPr/>
      <dgm:t>
        <a:bodyPr/>
        <a:lstStyle/>
        <a:p>
          <a:endParaRPr lang="en-US"/>
        </a:p>
      </dgm:t>
    </dgm:pt>
    <dgm:pt modelId="{66491172-6682-4EBC-9C46-875ED0F61013}" type="sibTrans" cxnId="{BEFF9109-B5FB-4383-B847-D0EA26159256}">
      <dgm:prSet/>
      <dgm:spPr/>
      <dgm:t>
        <a:bodyPr/>
        <a:lstStyle/>
        <a:p>
          <a:endParaRPr lang="en-US"/>
        </a:p>
      </dgm:t>
    </dgm:pt>
    <dgm:pt modelId="{AFC28CD2-2342-4F36-AA8E-17FB71F9248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Evaluate monthly revenue growth</a:t>
          </a:r>
        </a:p>
      </dgm:t>
    </dgm:pt>
    <dgm:pt modelId="{543B54BE-F63A-4C4F-840B-E3B9ADDB539A}" type="parTrans" cxnId="{6BF6E40A-4F0F-4695-9468-B19B4F0DB239}">
      <dgm:prSet/>
      <dgm:spPr/>
      <dgm:t>
        <a:bodyPr/>
        <a:lstStyle/>
        <a:p>
          <a:endParaRPr lang="en-US"/>
        </a:p>
      </dgm:t>
    </dgm:pt>
    <dgm:pt modelId="{5AD3C94A-5148-4415-B858-9A61E043F6F7}" type="sibTrans" cxnId="{6BF6E40A-4F0F-4695-9468-B19B4F0DB239}">
      <dgm:prSet/>
      <dgm:spPr/>
      <dgm:t>
        <a:bodyPr/>
        <a:lstStyle/>
        <a:p>
          <a:endParaRPr lang="en-US"/>
        </a:p>
      </dgm:t>
    </dgm:pt>
    <dgm:pt modelId="{A6ED2CEC-7749-4B13-B870-064C063D6FA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Analyze store performance</a:t>
          </a:r>
        </a:p>
      </dgm:t>
    </dgm:pt>
    <dgm:pt modelId="{4EC26871-9750-49E2-9066-332C350C5707}" type="parTrans" cxnId="{384D6C63-CC30-4412-9A8E-E2FDFFA1C83B}">
      <dgm:prSet/>
      <dgm:spPr/>
      <dgm:t>
        <a:bodyPr/>
        <a:lstStyle/>
        <a:p>
          <a:endParaRPr lang="en-US"/>
        </a:p>
      </dgm:t>
    </dgm:pt>
    <dgm:pt modelId="{2AEC9AA8-BD94-4B16-97B4-EF44600A0D7E}" type="sibTrans" cxnId="{384D6C63-CC30-4412-9A8E-E2FDFFA1C83B}">
      <dgm:prSet/>
      <dgm:spPr/>
      <dgm:t>
        <a:bodyPr/>
        <a:lstStyle/>
        <a:p>
          <a:endParaRPr lang="en-US"/>
        </a:p>
      </dgm:t>
    </dgm:pt>
    <dgm:pt modelId="{D364AA78-DC6B-47BA-AC99-A49044B1A94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Determine top-selling products</a:t>
          </a:r>
        </a:p>
      </dgm:t>
    </dgm:pt>
    <dgm:pt modelId="{B24B3644-8DBC-4CD6-8988-B7603FA92F0F}" type="parTrans" cxnId="{62CA66FE-966D-4799-9EAA-06D2C6A312B9}">
      <dgm:prSet/>
      <dgm:spPr/>
      <dgm:t>
        <a:bodyPr/>
        <a:lstStyle/>
        <a:p>
          <a:endParaRPr lang="en-US"/>
        </a:p>
      </dgm:t>
    </dgm:pt>
    <dgm:pt modelId="{9644C6A7-60FA-44AC-9296-AB614E8C7F84}" type="sibTrans" cxnId="{62CA66FE-966D-4799-9EAA-06D2C6A312B9}">
      <dgm:prSet/>
      <dgm:spPr/>
      <dgm:t>
        <a:bodyPr/>
        <a:lstStyle/>
        <a:p>
          <a:endParaRPr lang="en-US"/>
        </a:p>
      </dgm:t>
    </dgm:pt>
    <dgm:pt modelId="{E68282FE-61D4-43C2-B8DF-DC13AEF85B7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Support business decision-making</a:t>
          </a:r>
        </a:p>
      </dgm:t>
    </dgm:pt>
    <dgm:pt modelId="{E7FBF982-DF5C-4975-8A3A-21250452178C}" type="parTrans" cxnId="{B34C6E2C-7818-4B92-AB78-7181E4FD4838}">
      <dgm:prSet/>
      <dgm:spPr/>
      <dgm:t>
        <a:bodyPr/>
        <a:lstStyle/>
        <a:p>
          <a:endParaRPr lang="en-US"/>
        </a:p>
      </dgm:t>
    </dgm:pt>
    <dgm:pt modelId="{3F6DFEEF-381C-4D44-BA13-3C659D1E53A9}" type="sibTrans" cxnId="{B34C6E2C-7818-4B92-AB78-7181E4FD4838}">
      <dgm:prSet/>
      <dgm:spPr/>
      <dgm:t>
        <a:bodyPr/>
        <a:lstStyle/>
        <a:p>
          <a:endParaRPr lang="en-US"/>
        </a:p>
      </dgm:t>
    </dgm:pt>
    <dgm:pt modelId="{CA69C0AD-7D3B-4C4F-8B45-8B6EDFE65676}" type="pres">
      <dgm:prSet presAssocID="{42B42AEB-2ECF-4255-96EF-67E102AD6885}" presName="root" presStyleCnt="0">
        <dgm:presLayoutVars>
          <dgm:dir/>
          <dgm:resizeHandles val="exact"/>
        </dgm:presLayoutVars>
      </dgm:prSet>
      <dgm:spPr/>
    </dgm:pt>
    <dgm:pt modelId="{0925C151-3827-49E0-A4E3-B9A5F7D6E869}" type="pres">
      <dgm:prSet presAssocID="{4B9336AD-F7C0-4F00-A3B6-BBF61CB40ACC}" presName="compNode" presStyleCnt="0"/>
      <dgm:spPr/>
    </dgm:pt>
    <dgm:pt modelId="{000E3DD7-A54B-4697-A4BF-BBFFAEAA0A4C}" type="pres">
      <dgm:prSet presAssocID="{4B9336AD-F7C0-4F00-A3B6-BBF61CB40ACC}" presName="iconBgRect" presStyleLbl="bgShp" presStyleIdx="0" presStyleCnt="6"/>
      <dgm:spPr/>
    </dgm:pt>
    <dgm:pt modelId="{7C757259-DA07-4A51-816C-F7FB123A5B0B}" type="pres">
      <dgm:prSet presAssocID="{4B9336AD-F7C0-4F00-A3B6-BBF61CB40ACC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ffee"/>
        </a:ext>
      </dgm:extLst>
    </dgm:pt>
    <dgm:pt modelId="{9A813867-5699-40A9-971A-17DAC9042846}" type="pres">
      <dgm:prSet presAssocID="{4B9336AD-F7C0-4F00-A3B6-BBF61CB40ACC}" presName="spaceRect" presStyleCnt="0"/>
      <dgm:spPr/>
    </dgm:pt>
    <dgm:pt modelId="{6843DC85-4F2E-451A-8AE7-5E491B377490}" type="pres">
      <dgm:prSet presAssocID="{4B9336AD-F7C0-4F00-A3B6-BBF61CB40ACC}" presName="textRect" presStyleLbl="revTx" presStyleIdx="0" presStyleCnt="6">
        <dgm:presLayoutVars>
          <dgm:chMax val="1"/>
          <dgm:chPref val="1"/>
        </dgm:presLayoutVars>
      </dgm:prSet>
      <dgm:spPr/>
    </dgm:pt>
    <dgm:pt modelId="{161BBE88-C33C-4FF0-AE86-8B395B366332}" type="pres">
      <dgm:prSet presAssocID="{85F2F1C9-40F5-4CED-8D4C-E646110C0A04}" presName="sibTrans" presStyleCnt="0"/>
      <dgm:spPr/>
    </dgm:pt>
    <dgm:pt modelId="{CAC75B59-6840-4F75-8850-B6CD498A98EE}" type="pres">
      <dgm:prSet presAssocID="{0345CB86-636A-4692-AB4F-F119589AA846}" presName="compNode" presStyleCnt="0"/>
      <dgm:spPr/>
    </dgm:pt>
    <dgm:pt modelId="{38F7D4F2-9FEE-4981-9DFF-38DDB5840AC0}" type="pres">
      <dgm:prSet presAssocID="{0345CB86-636A-4692-AB4F-F119589AA846}" presName="iconBgRect" presStyleLbl="bgShp" presStyleIdx="1" presStyleCnt="6"/>
      <dgm:spPr/>
    </dgm:pt>
    <dgm:pt modelId="{3490DCFE-BCA0-4E30-A2EA-E85E16DD218F}" type="pres">
      <dgm:prSet presAssocID="{0345CB86-636A-4692-AB4F-F119589AA84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5B841A2-77E8-4ACD-8D80-397364ED4E71}" type="pres">
      <dgm:prSet presAssocID="{0345CB86-636A-4692-AB4F-F119589AA846}" presName="spaceRect" presStyleCnt="0"/>
      <dgm:spPr/>
    </dgm:pt>
    <dgm:pt modelId="{83A9C6E8-227D-405C-85B8-4F42AC940053}" type="pres">
      <dgm:prSet presAssocID="{0345CB86-636A-4692-AB4F-F119589AA846}" presName="textRect" presStyleLbl="revTx" presStyleIdx="1" presStyleCnt="6">
        <dgm:presLayoutVars>
          <dgm:chMax val="1"/>
          <dgm:chPref val="1"/>
        </dgm:presLayoutVars>
      </dgm:prSet>
      <dgm:spPr/>
    </dgm:pt>
    <dgm:pt modelId="{3624A651-96E3-4FDA-A501-F06E58B8D0C5}" type="pres">
      <dgm:prSet presAssocID="{66491172-6682-4EBC-9C46-875ED0F61013}" presName="sibTrans" presStyleCnt="0"/>
      <dgm:spPr/>
    </dgm:pt>
    <dgm:pt modelId="{C28F9176-938F-4621-A89E-B41377211A1E}" type="pres">
      <dgm:prSet presAssocID="{AFC28CD2-2342-4F36-AA8E-17FB71F92481}" presName="compNode" presStyleCnt="0"/>
      <dgm:spPr/>
    </dgm:pt>
    <dgm:pt modelId="{98C1E4CD-3EC5-49AC-9C8F-5BDB54D2B3B5}" type="pres">
      <dgm:prSet presAssocID="{AFC28CD2-2342-4F36-AA8E-17FB71F92481}" presName="iconBgRect" presStyleLbl="bgShp" presStyleIdx="2" presStyleCnt="6"/>
      <dgm:spPr/>
    </dgm:pt>
    <dgm:pt modelId="{0382627F-9F37-495C-B54B-F0267546289D}" type="pres">
      <dgm:prSet presAssocID="{AFC28CD2-2342-4F36-AA8E-17FB71F92481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6EE300F-1FBA-455F-A59E-980247BAD3A6}" type="pres">
      <dgm:prSet presAssocID="{AFC28CD2-2342-4F36-AA8E-17FB71F92481}" presName="spaceRect" presStyleCnt="0"/>
      <dgm:spPr/>
    </dgm:pt>
    <dgm:pt modelId="{E79E9684-B3CC-4F17-805D-DCB6C69FCBF4}" type="pres">
      <dgm:prSet presAssocID="{AFC28CD2-2342-4F36-AA8E-17FB71F92481}" presName="textRect" presStyleLbl="revTx" presStyleIdx="2" presStyleCnt="6">
        <dgm:presLayoutVars>
          <dgm:chMax val="1"/>
          <dgm:chPref val="1"/>
        </dgm:presLayoutVars>
      </dgm:prSet>
      <dgm:spPr/>
    </dgm:pt>
    <dgm:pt modelId="{288763BE-C427-4460-A079-49E8ED792965}" type="pres">
      <dgm:prSet presAssocID="{5AD3C94A-5148-4415-B858-9A61E043F6F7}" presName="sibTrans" presStyleCnt="0"/>
      <dgm:spPr/>
    </dgm:pt>
    <dgm:pt modelId="{E6F4A059-0479-4EA0-9113-A21EA8467192}" type="pres">
      <dgm:prSet presAssocID="{A6ED2CEC-7749-4B13-B870-064C063D6FA0}" presName="compNode" presStyleCnt="0"/>
      <dgm:spPr/>
    </dgm:pt>
    <dgm:pt modelId="{F6E3F8FB-3F72-489A-9BE5-A1A5CDBB7C33}" type="pres">
      <dgm:prSet presAssocID="{A6ED2CEC-7749-4B13-B870-064C063D6FA0}" presName="iconBgRect" presStyleLbl="bgShp" presStyleIdx="3" presStyleCnt="6"/>
      <dgm:spPr/>
    </dgm:pt>
    <dgm:pt modelId="{0F463D51-3370-4ED4-B902-17E81747D98E}" type="pres">
      <dgm:prSet presAssocID="{A6ED2CEC-7749-4B13-B870-064C063D6FA0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46B07DD-5CE6-4089-B582-EEF819E2C9F3}" type="pres">
      <dgm:prSet presAssocID="{A6ED2CEC-7749-4B13-B870-064C063D6FA0}" presName="spaceRect" presStyleCnt="0"/>
      <dgm:spPr/>
    </dgm:pt>
    <dgm:pt modelId="{5ADB74BD-71F0-4CCB-A019-0CC8A253F6CD}" type="pres">
      <dgm:prSet presAssocID="{A6ED2CEC-7749-4B13-B870-064C063D6FA0}" presName="textRect" presStyleLbl="revTx" presStyleIdx="3" presStyleCnt="6">
        <dgm:presLayoutVars>
          <dgm:chMax val="1"/>
          <dgm:chPref val="1"/>
        </dgm:presLayoutVars>
      </dgm:prSet>
      <dgm:spPr/>
    </dgm:pt>
    <dgm:pt modelId="{E1B4BB0A-91C3-4D18-B9F1-DB8D99423709}" type="pres">
      <dgm:prSet presAssocID="{2AEC9AA8-BD94-4B16-97B4-EF44600A0D7E}" presName="sibTrans" presStyleCnt="0"/>
      <dgm:spPr/>
    </dgm:pt>
    <dgm:pt modelId="{6A4ED46E-B33C-40B6-83C7-B63CA0321B15}" type="pres">
      <dgm:prSet presAssocID="{D364AA78-DC6B-47BA-AC99-A49044B1A94D}" presName="compNode" presStyleCnt="0"/>
      <dgm:spPr/>
    </dgm:pt>
    <dgm:pt modelId="{04ED5271-ADDE-4FFC-B5F4-01D5ECCB6E2C}" type="pres">
      <dgm:prSet presAssocID="{D364AA78-DC6B-47BA-AC99-A49044B1A94D}" presName="iconBgRect" presStyleLbl="bgShp" presStyleIdx="4" presStyleCnt="6"/>
      <dgm:spPr/>
    </dgm:pt>
    <dgm:pt modelId="{55F5A220-0C2D-431E-8B56-1F4BA9F623E4}" type="pres">
      <dgm:prSet presAssocID="{D364AA78-DC6B-47BA-AC99-A49044B1A94D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BDB698CA-B827-4334-9C89-1A42969E40E6}" type="pres">
      <dgm:prSet presAssocID="{D364AA78-DC6B-47BA-AC99-A49044B1A94D}" presName="spaceRect" presStyleCnt="0"/>
      <dgm:spPr/>
    </dgm:pt>
    <dgm:pt modelId="{3B343362-CCF9-4959-8655-509AAAD115EF}" type="pres">
      <dgm:prSet presAssocID="{D364AA78-DC6B-47BA-AC99-A49044B1A94D}" presName="textRect" presStyleLbl="revTx" presStyleIdx="4" presStyleCnt="6">
        <dgm:presLayoutVars>
          <dgm:chMax val="1"/>
          <dgm:chPref val="1"/>
        </dgm:presLayoutVars>
      </dgm:prSet>
      <dgm:spPr/>
    </dgm:pt>
    <dgm:pt modelId="{7AEE694E-5AF2-4717-A55F-1BF65A806D68}" type="pres">
      <dgm:prSet presAssocID="{9644C6A7-60FA-44AC-9296-AB614E8C7F84}" presName="sibTrans" presStyleCnt="0"/>
      <dgm:spPr/>
    </dgm:pt>
    <dgm:pt modelId="{DF664CB3-2AAB-4A9C-A74D-CA7894978DF4}" type="pres">
      <dgm:prSet presAssocID="{E68282FE-61D4-43C2-B8DF-DC13AEF85B76}" presName="compNode" presStyleCnt="0"/>
      <dgm:spPr/>
    </dgm:pt>
    <dgm:pt modelId="{35AD7A16-5D39-4E35-AF1C-19AFF6941538}" type="pres">
      <dgm:prSet presAssocID="{E68282FE-61D4-43C2-B8DF-DC13AEF85B76}" presName="iconBgRect" presStyleLbl="bgShp" presStyleIdx="5" presStyleCnt="6"/>
      <dgm:spPr/>
    </dgm:pt>
    <dgm:pt modelId="{0CF839DC-DC4C-41AB-9214-15C4BCA09AA9}" type="pres">
      <dgm:prSet presAssocID="{E68282FE-61D4-43C2-B8DF-DC13AEF85B76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BC4BB2E-F8FF-45ED-813E-444FECDCA82B}" type="pres">
      <dgm:prSet presAssocID="{E68282FE-61D4-43C2-B8DF-DC13AEF85B76}" presName="spaceRect" presStyleCnt="0"/>
      <dgm:spPr/>
    </dgm:pt>
    <dgm:pt modelId="{7A5C0AEF-D0D0-4CDD-A214-FC9FCE6AB36C}" type="pres">
      <dgm:prSet presAssocID="{E68282FE-61D4-43C2-B8DF-DC13AEF85B7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EFF9109-B5FB-4383-B847-D0EA26159256}" srcId="{42B42AEB-2ECF-4255-96EF-67E102AD6885}" destId="{0345CB86-636A-4692-AB4F-F119589AA846}" srcOrd="1" destOrd="0" parTransId="{FDF6D683-2122-4922-9ECD-E49E8C7E5AAC}" sibTransId="{66491172-6682-4EBC-9C46-875ED0F61013}"/>
    <dgm:cxn modelId="{6BF6E40A-4F0F-4695-9468-B19B4F0DB239}" srcId="{42B42AEB-2ECF-4255-96EF-67E102AD6885}" destId="{AFC28CD2-2342-4F36-AA8E-17FB71F92481}" srcOrd="2" destOrd="0" parTransId="{543B54BE-F63A-4C4F-840B-E3B9ADDB539A}" sibTransId="{5AD3C94A-5148-4415-B858-9A61E043F6F7}"/>
    <dgm:cxn modelId="{B34C6E2C-7818-4B92-AB78-7181E4FD4838}" srcId="{42B42AEB-2ECF-4255-96EF-67E102AD6885}" destId="{E68282FE-61D4-43C2-B8DF-DC13AEF85B76}" srcOrd="5" destOrd="0" parTransId="{E7FBF982-DF5C-4975-8A3A-21250452178C}" sibTransId="{3F6DFEEF-381C-4D44-BA13-3C659D1E53A9}"/>
    <dgm:cxn modelId="{6B734C2D-A349-4A88-8684-BD9B264A6516}" type="presOf" srcId="{A6ED2CEC-7749-4B13-B870-064C063D6FA0}" destId="{5ADB74BD-71F0-4CCB-A019-0CC8A253F6CD}" srcOrd="0" destOrd="0" presId="urn:microsoft.com/office/officeart/2018/5/layout/IconCircleLabelList"/>
    <dgm:cxn modelId="{384D6C63-CC30-4412-9A8E-E2FDFFA1C83B}" srcId="{42B42AEB-2ECF-4255-96EF-67E102AD6885}" destId="{A6ED2CEC-7749-4B13-B870-064C063D6FA0}" srcOrd="3" destOrd="0" parTransId="{4EC26871-9750-49E2-9066-332C350C5707}" sibTransId="{2AEC9AA8-BD94-4B16-97B4-EF44600A0D7E}"/>
    <dgm:cxn modelId="{2FAA6047-BBC7-4A16-9705-0E89AFB4F963}" srcId="{42B42AEB-2ECF-4255-96EF-67E102AD6885}" destId="{4B9336AD-F7C0-4F00-A3B6-BBF61CB40ACC}" srcOrd="0" destOrd="0" parTransId="{46BB444F-68BD-433E-A51A-2E514BA1082D}" sibTransId="{85F2F1C9-40F5-4CED-8D4C-E646110C0A04}"/>
    <dgm:cxn modelId="{BF41364A-940A-4B9A-A3F0-B888C2037743}" type="presOf" srcId="{E68282FE-61D4-43C2-B8DF-DC13AEF85B76}" destId="{7A5C0AEF-D0D0-4CDD-A214-FC9FCE6AB36C}" srcOrd="0" destOrd="0" presId="urn:microsoft.com/office/officeart/2018/5/layout/IconCircleLabelList"/>
    <dgm:cxn modelId="{08D91359-611B-4329-8F5B-88C720C7667B}" type="presOf" srcId="{42B42AEB-2ECF-4255-96EF-67E102AD6885}" destId="{CA69C0AD-7D3B-4C4F-8B45-8B6EDFE65676}" srcOrd="0" destOrd="0" presId="urn:microsoft.com/office/officeart/2018/5/layout/IconCircleLabelList"/>
    <dgm:cxn modelId="{CA2C1C95-F2BB-42D8-BE0A-A5ECB3204E8E}" type="presOf" srcId="{0345CB86-636A-4692-AB4F-F119589AA846}" destId="{83A9C6E8-227D-405C-85B8-4F42AC940053}" srcOrd="0" destOrd="0" presId="urn:microsoft.com/office/officeart/2018/5/layout/IconCircleLabelList"/>
    <dgm:cxn modelId="{96611C9D-0E07-4E2E-AD44-DF960B79C83F}" type="presOf" srcId="{AFC28CD2-2342-4F36-AA8E-17FB71F92481}" destId="{E79E9684-B3CC-4F17-805D-DCB6C69FCBF4}" srcOrd="0" destOrd="0" presId="urn:microsoft.com/office/officeart/2018/5/layout/IconCircleLabelList"/>
    <dgm:cxn modelId="{87EDE89F-E743-465D-BA1B-CABCD5494460}" type="presOf" srcId="{4B9336AD-F7C0-4F00-A3B6-BBF61CB40ACC}" destId="{6843DC85-4F2E-451A-8AE7-5E491B377490}" srcOrd="0" destOrd="0" presId="urn:microsoft.com/office/officeart/2018/5/layout/IconCircleLabelList"/>
    <dgm:cxn modelId="{C47799C3-663E-43EA-8B75-68E32DBCAE10}" type="presOf" srcId="{D364AA78-DC6B-47BA-AC99-A49044B1A94D}" destId="{3B343362-CCF9-4959-8655-509AAAD115EF}" srcOrd="0" destOrd="0" presId="urn:microsoft.com/office/officeart/2018/5/layout/IconCircleLabelList"/>
    <dgm:cxn modelId="{62CA66FE-966D-4799-9EAA-06D2C6A312B9}" srcId="{42B42AEB-2ECF-4255-96EF-67E102AD6885}" destId="{D364AA78-DC6B-47BA-AC99-A49044B1A94D}" srcOrd="4" destOrd="0" parTransId="{B24B3644-8DBC-4CD6-8988-B7603FA92F0F}" sibTransId="{9644C6A7-60FA-44AC-9296-AB614E8C7F84}"/>
    <dgm:cxn modelId="{27433671-5637-4E6D-BAC6-86A0DC590724}" type="presParOf" srcId="{CA69C0AD-7D3B-4C4F-8B45-8B6EDFE65676}" destId="{0925C151-3827-49E0-A4E3-B9A5F7D6E869}" srcOrd="0" destOrd="0" presId="urn:microsoft.com/office/officeart/2018/5/layout/IconCircleLabelList"/>
    <dgm:cxn modelId="{FDA9EE88-9013-4147-9E00-DA97B1EB370A}" type="presParOf" srcId="{0925C151-3827-49E0-A4E3-B9A5F7D6E869}" destId="{000E3DD7-A54B-4697-A4BF-BBFFAEAA0A4C}" srcOrd="0" destOrd="0" presId="urn:microsoft.com/office/officeart/2018/5/layout/IconCircleLabelList"/>
    <dgm:cxn modelId="{7F14C8C9-5675-4E12-BB7B-377055F080A9}" type="presParOf" srcId="{0925C151-3827-49E0-A4E3-B9A5F7D6E869}" destId="{7C757259-DA07-4A51-816C-F7FB123A5B0B}" srcOrd="1" destOrd="0" presId="urn:microsoft.com/office/officeart/2018/5/layout/IconCircleLabelList"/>
    <dgm:cxn modelId="{53B62B01-9EF5-4355-9E0B-0469BAAB47D9}" type="presParOf" srcId="{0925C151-3827-49E0-A4E3-B9A5F7D6E869}" destId="{9A813867-5699-40A9-971A-17DAC9042846}" srcOrd="2" destOrd="0" presId="urn:microsoft.com/office/officeart/2018/5/layout/IconCircleLabelList"/>
    <dgm:cxn modelId="{8B5A65CA-46F5-4D7F-B9EF-F29B76F6DBA8}" type="presParOf" srcId="{0925C151-3827-49E0-A4E3-B9A5F7D6E869}" destId="{6843DC85-4F2E-451A-8AE7-5E491B377490}" srcOrd="3" destOrd="0" presId="urn:microsoft.com/office/officeart/2018/5/layout/IconCircleLabelList"/>
    <dgm:cxn modelId="{ED227297-F236-4982-A7AB-A7AE13AA3E1A}" type="presParOf" srcId="{CA69C0AD-7D3B-4C4F-8B45-8B6EDFE65676}" destId="{161BBE88-C33C-4FF0-AE86-8B395B366332}" srcOrd="1" destOrd="0" presId="urn:microsoft.com/office/officeart/2018/5/layout/IconCircleLabelList"/>
    <dgm:cxn modelId="{5BA800C2-E8E7-4021-9587-78F5F787CAB4}" type="presParOf" srcId="{CA69C0AD-7D3B-4C4F-8B45-8B6EDFE65676}" destId="{CAC75B59-6840-4F75-8850-B6CD498A98EE}" srcOrd="2" destOrd="0" presId="urn:microsoft.com/office/officeart/2018/5/layout/IconCircleLabelList"/>
    <dgm:cxn modelId="{9564F9D8-220C-4789-91A8-0CB2EE0DE713}" type="presParOf" srcId="{CAC75B59-6840-4F75-8850-B6CD498A98EE}" destId="{38F7D4F2-9FEE-4981-9DFF-38DDB5840AC0}" srcOrd="0" destOrd="0" presId="urn:microsoft.com/office/officeart/2018/5/layout/IconCircleLabelList"/>
    <dgm:cxn modelId="{A023594A-3F60-4837-B89F-FB07051FC6F9}" type="presParOf" srcId="{CAC75B59-6840-4F75-8850-B6CD498A98EE}" destId="{3490DCFE-BCA0-4E30-A2EA-E85E16DD218F}" srcOrd="1" destOrd="0" presId="urn:microsoft.com/office/officeart/2018/5/layout/IconCircleLabelList"/>
    <dgm:cxn modelId="{0F1D0120-E235-47B2-9588-F47CF825ADF3}" type="presParOf" srcId="{CAC75B59-6840-4F75-8850-B6CD498A98EE}" destId="{45B841A2-77E8-4ACD-8D80-397364ED4E71}" srcOrd="2" destOrd="0" presId="urn:microsoft.com/office/officeart/2018/5/layout/IconCircleLabelList"/>
    <dgm:cxn modelId="{F4ABB64E-3B76-4EBE-AE91-985D4921AEFE}" type="presParOf" srcId="{CAC75B59-6840-4F75-8850-B6CD498A98EE}" destId="{83A9C6E8-227D-405C-85B8-4F42AC940053}" srcOrd="3" destOrd="0" presId="urn:microsoft.com/office/officeart/2018/5/layout/IconCircleLabelList"/>
    <dgm:cxn modelId="{FD110AF8-8624-4BD6-934A-4078FE939BE5}" type="presParOf" srcId="{CA69C0AD-7D3B-4C4F-8B45-8B6EDFE65676}" destId="{3624A651-96E3-4FDA-A501-F06E58B8D0C5}" srcOrd="3" destOrd="0" presId="urn:microsoft.com/office/officeart/2018/5/layout/IconCircleLabelList"/>
    <dgm:cxn modelId="{14E63FFB-7345-4EF2-A451-1A97718561A5}" type="presParOf" srcId="{CA69C0AD-7D3B-4C4F-8B45-8B6EDFE65676}" destId="{C28F9176-938F-4621-A89E-B41377211A1E}" srcOrd="4" destOrd="0" presId="urn:microsoft.com/office/officeart/2018/5/layout/IconCircleLabelList"/>
    <dgm:cxn modelId="{D8CC27A5-D156-482C-85BE-88FC30F18E3C}" type="presParOf" srcId="{C28F9176-938F-4621-A89E-B41377211A1E}" destId="{98C1E4CD-3EC5-49AC-9C8F-5BDB54D2B3B5}" srcOrd="0" destOrd="0" presId="urn:microsoft.com/office/officeart/2018/5/layout/IconCircleLabelList"/>
    <dgm:cxn modelId="{B61F78B1-2109-49FE-BD40-5C3E293BCB8C}" type="presParOf" srcId="{C28F9176-938F-4621-A89E-B41377211A1E}" destId="{0382627F-9F37-495C-B54B-F0267546289D}" srcOrd="1" destOrd="0" presId="urn:microsoft.com/office/officeart/2018/5/layout/IconCircleLabelList"/>
    <dgm:cxn modelId="{C4BD0AB9-FFDC-4B57-8DCA-DF1C860DD44E}" type="presParOf" srcId="{C28F9176-938F-4621-A89E-B41377211A1E}" destId="{86EE300F-1FBA-455F-A59E-980247BAD3A6}" srcOrd="2" destOrd="0" presId="urn:microsoft.com/office/officeart/2018/5/layout/IconCircleLabelList"/>
    <dgm:cxn modelId="{A3DFBED5-27FD-4DA7-8EF6-748876E64829}" type="presParOf" srcId="{C28F9176-938F-4621-A89E-B41377211A1E}" destId="{E79E9684-B3CC-4F17-805D-DCB6C69FCBF4}" srcOrd="3" destOrd="0" presId="urn:microsoft.com/office/officeart/2018/5/layout/IconCircleLabelList"/>
    <dgm:cxn modelId="{746AED30-4F4D-4E91-A57C-071140CE5DB6}" type="presParOf" srcId="{CA69C0AD-7D3B-4C4F-8B45-8B6EDFE65676}" destId="{288763BE-C427-4460-A079-49E8ED792965}" srcOrd="5" destOrd="0" presId="urn:microsoft.com/office/officeart/2018/5/layout/IconCircleLabelList"/>
    <dgm:cxn modelId="{BF18425D-8536-47B8-9FD4-73BA7A93B133}" type="presParOf" srcId="{CA69C0AD-7D3B-4C4F-8B45-8B6EDFE65676}" destId="{E6F4A059-0479-4EA0-9113-A21EA8467192}" srcOrd="6" destOrd="0" presId="urn:microsoft.com/office/officeart/2018/5/layout/IconCircleLabelList"/>
    <dgm:cxn modelId="{03D26C9E-8406-4EE8-8CF6-971095202177}" type="presParOf" srcId="{E6F4A059-0479-4EA0-9113-A21EA8467192}" destId="{F6E3F8FB-3F72-489A-9BE5-A1A5CDBB7C33}" srcOrd="0" destOrd="0" presId="urn:microsoft.com/office/officeart/2018/5/layout/IconCircleLabelList"/>
    <dgm:cxn modelId="{5E511D0F-D34C-4B4E-9216-10D571F0BECE}" type="presParOf" srcId="{E6F4A059-0479-4EA0-9113-A21EA8467192}" destId="{0F463D51-3370-4ED4-B902-17E81747D98E}" srcOrd="1" destOrd="0" presId="urn:microsoft.com/office/officeart/2018/5/layout/IconCircleLabelList"/>
    <dgm:cxn modelId="{7DC6B3CD-FAEB-4D7F-8EF6-7F46D0F69533}" type="presParOf" srcId="{E6F4A059-0479-4EA0-9113-A21EA8467192}" destId="{946B07DD-5CE6-4089-B582-EEF819E2C9F3}" srcOrd="2" destOrd="0" presId="urn:microsoft.com/office/officeart/2018/5/layout/IconCircleLabelList"/>
    <dgm:cxn modelId="{8558754D-61D7-4760-9E0D-6E65F253EE34}" type="presParOf" srcId="{E6F4A059-0479-4EA0-9113-A21EA8467192}" destId="{5ADB74BD-71F0-4CCB-A019-0CC8A253F6CD}" srcOrd="3" destOrd="0" presId="urn:microsoft.com/office/officeart/2018/5/layout/IconCircleLabelList"/>
    <dgm:cxn modelId="{1A2CEC4C-CE87-41C1-8CF2-BEFE74809FBE}" type="presParOf" srcId="{CA69C0AD-7D3B-4C4F-8B45-8B6EDFE65676}" destId="{E1B4BB0A-91C3-4D18-B9F1-DB8D99423709}" srcOrd="7" destOrd="0" presId="urn:microsoft.com/office/officeart/2018/5/layout/IconCircleLabelList"/>
    <dgm:cxn modelId="{B9448D7F-5697-4D2C-8A24-08156DF5B22F}" type="presParOf" srcId="{CA69C0AD-7D3B-4C4F-8B45-8B6EDFE65676}" destId="{6A4ED46E-B33C-40B6-83C7-B63CA0321B15}" srcOrd="8" destOrd="0" presId="urn:microsoft.com/office/officeart/2018/5/layout/IconCircleLabelList"/>
    <dgm:cxn modelId="{02EBBB71-70E7-4E86-B5A2-51EA2EEFAE94}" type="presParOf" srcId="{6A4ED46E-B33C-40B6-83C7-B63CA0321B15}" destId="{04ED5271-ADDE-4FFC-B5F4-01D5ECCB6E2C}" srcOrd="0" destOrd="0" presId="urn:microsoft.com/office/officeart/2018/5/layout/IconCircleLabelList"/>
    <dgm:cxn modelId="{E42DBD03-980D-4169-AA53-DC711F4C0C74}" type="presParOf" srcId="{6A4ED46E-B33C-40B6-83C7-B63CA0321B15}" destId="{55F5A220-0C2D-431E-8B56-1F4BA9F623E4}" srcOrd="1" destOrd="0" presId="urn:microsoft.com/office/officeart/2018/5/layout/IconCircleLabelList"/>
    <dgm:cxn modelId="{FA4C396A-E983-4C12-99CE-3C1097F24104}" type="presParOf" srcId="{6A4ED46E-B33C-40B6-83C7-B63CA0321B15}" destId="{BDB698CA-B827-4334-9C89-1A42969E40E6}" srcOrd="2" destOrd="0" presId="urn:microsoft.com/office/officeart/2018/5/layout/IconCircleLabelList"/>
    <dgm:cxn modelId="{FB31B269-7F6F-418D-8ADC-E90651442D3D}" type="presParOf" srcId="{6A4ED46E-B33C-40B6-83C7-B63CA0321B15}" destId="{3B343362-CCF9-4959-8655-509AAAD115EF}" srcOrd="3" destOrd="0" presId="urn:microsoft.com/office/officeart/2018/5/layout/IconCircleLabelList"/>
    <dgm:cxn modelId="{14B8CF47-8643-48E9-BD9B-3DD224D42348}" type="presParOf" srcId="{CA69C0AD-7D3B-4C4F-8B45-8B6EDFE65676}" destId="{7AEE694E-5AF2-4717-A55F-1BF65A806D68}" srcOrd="9" destOrd="0" presId="urn:microsoft.com/office/officeart/2018/5/layout/IconCircleLabelList"/>
    <dgm:cxn modelId="{D570FD4C-BAEA-4D89-A063-0A404285BBF0}" type="presParOf" srcId="{CA69C0AD-7D3B-4C4F-8B45-8B6EDFE65676}" destId="{DF664CB3-2AAB-4A9C-A74D-CA7894978DF4}" srcOrd="10" destOrd="0" presId="urn:microsoft.com/office/officeart/2018/5/layout/IconCircleLabelList"/>
    <dgm:cxn modelId="{F8EC404A-E93F-4880-AE65-3F220B72D96D}" type="presParOf" srcId="{DF664CB3-2AAB-4A9C-A74D-CA7894978DF4}" destId="{35AD7A16-5D39-4E35-AF1C-19AFF6941538}" srcOrd="0" destOrd="0" presId="urn:microsoft.com/office/officeart/2018/5/layout/IconCircleLabelList"/>
    <dgm:cxn modelId="{9568AA61-70BF-4E0B-AD97-0FE2AF4517D4}" type="presParOf" srcId="{DF664CB3-2AAB-4A9C-A74D-CA7894978DF4}" destId="{0CF839DC-DC4C-41AB-9214-15C4BCA09AA9}" srcOrd="1" destOrd="0" presId="urn:microsoft.com/office/officeart/2018/5/layout/IconCircleLabelList"/>
    <dgm:cxn modelId="{4DBB79DA-E60B-4880-BD33-00A050922B6C}" type="presParOf" srcId="{DF664CB3-2AAB-4A9C-A74D-CA7894978DF4}" destId="{1BC4BB2E-F8FF-45ED-813E-444FECDCA82B}" srcOrd="2" destOrd="0" presId="urn:microsoft.com/office/officeart/2018/5/layout/IconCircleLabelList"/>
    <dgm:cxn modelId="{85FB7FC1-74C3-493D-AF96-D503A0B96D59}" type="presParOf" srcId="{DF664CB3-2AAB-4A9C-A74D-CA7894978DF4}" destId="{7A5C0AEF-D0D0-4CDD-A214-FC9FCE6AB36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0FBE7F-3E68-481A-B1C6-616A083D0CCB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1817C13-EB5C-47DB-B2C9-3D2645084176}">
      <dgm:prSet/>
      <dgm:spPr/>
      <dgm:t>
        <a:bodyPr/>
        <a:lstStyle/>
        <a:p>
          <a:r>
            <a:rPr lang="en-US"/>
            <a:t>Morning hours (8–10 AM) generate the highest sales.</a:t>
          </a:r>
        </a:p>
      </dgm:t>
    </dgm:pt>
    <dgm:pt modelId="{04F5EA5C-339C-4C06-B3B7-014A87E11086}" type="parTrans" cxnId="{EAA19ADE-59C0-46A7-BA38-12BB7089561F}">
      <dgm:prSet/>
      <dgm:spPr/>
      <dgm:t>
        <a:bodyPr/>
        <a:lstStyle/>
        <a:p>
          <a:endParaRPr lang="en-US"/>
        </a:p>
      </dgm:t>
    </dgm:pt>
    <dgm:pt modelId="{04DB3067-2DEB-48BB-B290-A5B103027EEA}" type="sibTrans" cxnId="{EAA19ADE-59C0-46A7-BA38-12BB7089561F}">
      <dgm:prSet/>
      <dgm:spPr/>
      <dgm:t>
        <a:bodyPr/>
        <a:lstStyle/>
        <a:p>
          <a:endParaRPr lang="en-US"/>
        </a:p>
      </dgm:t>
    </dgm:pt>
    <dgm:pt modelId="{A7111922-631E-4EBE-BC04-99D58674E3F2}">
      <dgm:prSet/>
      <dgm:spPr/>
      <dgm:t>
        <a:bodyPr/>
        <a:lstStyle/>
        <a:p>
          <a:r>
            <a:rPr lang="en-US"/>
            <a:t>Coffee category contributes the largest share of revenue.</a:t>
          </a:r>
        </a:p>
      </dgm:t>
    </dgm:pt>
    <dgm:pt modelId="{375253A4-8514-460C-B088-B67DE4C7D336}" type="parTrans" cxnId="{B3F206A8-E7E1-4BE9-9D1C-D04CAEADF619}">
      <dgm:prSet/>
      <dgm:spPr/>
      <dgm:t>
        <a:bodyPr/>
        <a:lstStyle/>
        <a:p>
          <a:endParaRPr lang="en-US"/>
        </a:p>
      </dgm:t>
    </dgm:pt>
    <dgm:pt modelId="{8D5F883F-4FDC-48AE-AFB5-59735099BCD7}" type="sibTrans" cxnId="{B3F206A8-E7E1-4BE9-9D1C-D04CAEADF619}">
      <dgm:prSet/>
      <dgm:spPr/>
      <dgm:t>
        <a:bodyPr/>
        <a:lstStyle/>
        <a:p>
          <a:endParaRPr lang="en-US"/>
        </a:p>
      </dgm:t>
    </dgm:pt>
    <dgm:pt modelId="{C02BCC4F-CAA1-4143-8AAA-34A14B7D2853}">
      <dgm:prSet/>
      <dgm:spPr/>
      <dgm:t>
        <a:bodyPr/>
        <a:lstStyle/>
        <a:p>
          <a:r>
            <a:rPr lang="en-US"/>
            <a:t>June recorded the highest monthly revenue growth.</a:t>
          </a:r>
        </a:p>
      </dgm:t>
    </dgm:pt>
    <dgm:pt modelId="{CDEF3C3F-88C0-4BA8-A990-BE8465423A14}" type="parTrans" cxnId="{E87FB4A2-5EBE-42EE-A608-3BD573698C9B}">
      <dgm:prSet/>
      <dgm:spPr/>
      <dgm:t>
        <a:bodyPr/>
        <a:lstStyle/>
        <a:p>
          <a:endParaRPr lang="en-US"/>
        </a:p>
      </dgm:t>
    </dgm:pt>
    <dgm:pt modelId="{F9FCCFEA-4F1A-4529-A493-166E9565A78D}" type="sibTrans" cxnId="{E87FB4A2-5EBE-42EE-A608-3BD573698C9B}">
      <dgm:prSet/>
      <dgm:spPr/>
      <dgm:t>
        <a:bodyPr/>
        <a:lstStyle/>
        <a:p>
          <a:endParaRPr lang="en-US"/>
        </a:p>
      </dgm:t>
    </dgm:pt>
    <dgm:pt modelId="{27D811C0-625E-4E92-8BF2-BEA03D68242C}">
      <dgm:prSet/>
      <dgm:spPr/>
      <dgm:t>
        <a:bodyPr/>
        <a:lstStyle/>
        <a:p>
          <a:r>
            <a:rPr lang="en-US"/>
            <a:t>Hell’s Kitchen is the top-performing store location.</a:t>
          </a:r>
        </a:p>
      </dgm:t>
    </dgm:pt>
    <dgm:pt modelId="{4F133DCD-2B8D-4D4E-9635-10C2A9F9281F}" type="parTrans" cxnId="{91232481-24E2-44BE-8431-6FEF2E35A50A}">
      <dgm:prSet/>
      <dgm:spPr/>
      <dgm:t>
        <a:bodyPr/>
        <a:lstStyle/>
        <a:p>
          <a:endParaRPr lang="en-US"/>
        </a:p>
      </dgm:t>
    </dgm:pt>
    <dgm:pt modelId="{2C94E9DF-118F-4E16-AFDD-381D9BAB2828}" type="sibTrans" cxnId="{91232481-24E2-44BE-8431-6FEF2E35A50A}">
      <dgm:prSet/>
      <dgm:spPr/>
      <dgm:t>
        <a:bodyPr/>
        <a:lstStyle/>
        <a:p>
          <a:endParaRPr lang="en-US"/>
        </a:p>
      </dgm:t>
    </dgm:pt>
    <dgm:pt modelId="{E439F03D-5FF3-4DC4-9D7B-B7FBB1DAB623}">
      <dgm:prSet/>
      <dgm:spPr/>
      <dgm:t>
        <a:bodyPr/>
        <a:lstStyle/>
        <a:p>
          <a:r>
            <a:rPr lang="en-US"/>
            <a:t>Barista Espresso is the best-selling product.</a:t>
          </a:r>
        </a:p>
      </dgm:t>
    </dgm:pt>
    <dgm:pt modelId="{2510323C-204F-46BC-BD16-AA77CED958C0}" type="parTrans" cxnId="{1E88075C-8765-4307-8564-EBFA2709F84A}">
      <dgm:prSet/>
      <dgm:spPr/>
      <dgm:t>
        <a:bodyPr/>
        <a:lstStyle/>
        <a:p>
          <a:endParaRPr lang="en-US"/>
        </a:p>
      </dgm:t>
    </dgm:pt>
    <dgm:pt modelId="{31BBAB67-4C0D-4EBC-873B-BF93773F4AD9}" type="sibTrans" cxnId="{1E88075C-8765-4307-8564-EBFA2709F84A}">
      <dgm:prSet/>
      <dgm:spPr/>
      <dgm:t>
        <a:bodyPr/>
        <a:lstStyle/>
        <a:p>
          <a:endParaRPr lang="en-US"/>
        </a:p>
      </dgm:t>
    </dgm:pt>
    <dgm:pt modelId="{205404E1-3D95-4A0A-9B6C-646903692698}" type="pres">
      <dgm:prSet presAssocID="{A80FBE7F-3E68-481A-B1C6-616A083D0CCB}" presName="outerComposite" presStyleCnt="0">
        <dgm:presLayoutVars>
          <dgm:chMax val="5"/>
          <dgm:dir/>
          <dgm:resizeHandles val="exact"/>
        </dgm:presLayoutVars>
      </dgm:prSet>
      <dgm:spPr/>
    </dgm:pt>
    <dgm:pt modelId="{07D2DD6A-B081-4232-82AF-4ACCFAF0F2DE}" type="pres">
      <dgm:prSet presAssocID="{A80FBE7F-3E68-481A-B1C6-616A083D0CCB}" presName="dummyMaxCanvas" presStyleCnt="0">
        <dgm:presLayoutVars/>
      </dgm:prSet>
      <dgm:spPr/>
    </dgm:pt>
    <dgm:pt modelId="{9A61A04C-7986-4670-88DD-231D1545AE62}" type="pres">
      <dgm:prSet presAssocID="{A80FBE7F-3E68-481A-B1C6-616A083D0CCB}" presName="FiveNodes_1" presStyleLbl="node1" presStyleIdx="0" presStyleCnt="5">
        <dgm:presLayoutVars>
          <dgm:bulletEnabled val="1"/>
        </dgm:presLayoutVars>
      </dgm:prSet>
      <dgm:spPr/>
    </dgm:pt>
    <dgm:pt modelId="{17C07F07-7A1D-455B-8A72-6CF89925382D}" type="pres">
      <dgm:prSet presAssocID="{A80FBE7F-3E68-481A-B1C6-616A083D0CCB}" presName="FiveNodes_2" presStyleLbl="node1" presStyleIdx="1" presStyleCnt="5">
        <dgm:presLayoutVars>
          <dgm:bulletEnabled val="1"/>
        </dgm:presLayoutVars>
      </dgm:prSet>
      <dgm:spPr/>
    </dgm:pt>
    <dgm:pt modelId="{41995DBD-90F9-4870-B961-6844E247520D}" type="pres">
      <dgm:prSet presAssocID="{A80FBE7F-3E68-481A-B1C6-616A083D0CCB}" presName="FiveNodes_3" presStyleLbl="node1" presStyleIdx="2" presStyleCnt="5">
        <dgm:presLayoutVars>
          <dgm:bulletEnabled val="1"/>
        </dgm:presLayoutVars>
      </dgm:prSet>
      <dgm:spPr/>
    </dgm:pt>
    <dgm:pt modelId="{94A7A865-4E42-4997-A55A-7E6E0D321D0A}" type="pres">
      <dgm:prSet presAssocID="{A80FBE7F-3E68-481A-B1C6-616A083D0CCB}" presName="FiveNodes_4" presStyleLbl="node1" presStyleIdx="3" presStyleCnt="5">
        <dgm:presLayoutVars>
          <dgm:bulletEnabled val="1"/>
        </dgm:presLayoutVars>
      </dgm:prSet>
      <dgm:spPr/>
    </dgm:pt>
    <dgm:pt modelId="{E83E2FAB-D708-4E97-A065-E0841502714C}" type="pres">
      <dgm:prSet presAssocID="{A80FBE7F-3E68-481A-B1C6-616A083D0CCB}" presName="FiveNodes_5" presStyleLbl="node1" presStyleIdx="4" presStyleCnt="5">
        <dgm:presLayoutVars>
          <dgm:bulletEnabled val="1"/>
        </dgm:presLayoutVars>
      </dgm:prSet>
      <dgm:spPr/>
    </dgm:pt>
    <dgm:pt modelId="{0780D9F5-58E2-4E79-B243-88B4D067A257}" type="pres">
      <dgm:prSet presAssocID="{A80FBE7F-3E68-481A-B1C6-616A083D0CCB}" presName="FiveConn_1-2" presStyleLbl="fgAccFollowNode1" presStyleIdx="0" presStyleCnt="4">
        <dgm:presLayoutVars>
          <dgm:bulletEnabled val="1"/>
        </dgm:presLayoutVars>
      </dgm:prSet>
      <dgm:spPr/>
    </dgm:pt>
    <dgm:pt modelId="{835AB2A5-AE71-443A-8A68-AA855ADEEE03}" type="pres">
      <dgm:prSet presAssocID="{A80FBE7F-3E68-481A-B1C6-616A083D0CCB}" presName="FiveConn_2-3" presStyleLbl="fgAccFollowNode1" presStyleIdx="1" presStyleCnt="4">
        <dgm:presLayoutVars>
          <dgm:bulletEnabled val="1"/>
        </dgm:presLayoutVars>
      </dgm:prSet>
      <dgm:spPr/>
    </dgm:pt>
    <dgm:pt modelId="{B053DE82-A971-4FB3-91DF-854395F8B8F4}" type="pres">
      <dgm:prSet presAssocID="{A80FBE7F-3E68-481A-B1C6-616A083D0CCB}" presName="FiveConn_3-4" presStyleLbl="fgAccFollowNode1" presStyleIdx="2" presStyleCnt="4">
        <dgm:presLayoutVars>
          <dgm:bulletEnabled val="1"/>
        </dgm:presLayoutVars>
      </dgm:prSet>
      <dgm:spPr/>
    </dgm:pt>
    <dgm:pt modelId="{8150E223-7BB0-4688-98B8-E0C6884874B8}" type="pres">
      <dgm:prSet presAssocID="{A80FBE7F-3E68-481A-B1C6-616A083D0CCB}" presName="FiveConn_4-5" presStyleLbl="fgAccFollowNode1" presStyleIdx="3" presStyleCnt="4">
        <dgm:presLayoutVars>
          <dgm:bulletEnabled val="1"/>
        </dgm:presLayoutVars>
      </dgm:prSet>
      <dgm:spPr/>
    </dgm:pt>
    <dgm:pt modelId="{894006DC-972B-48A3-B295-C7B0FE0778DF}" type="pres">
      <dgm:prSet presAssocID="{A80FBE7F-3E68-481A-B1C6-616A083D0CCB}" presName="FiveNodes_1_text" presStyleLbl="node1" presStyleIdx="4" presStyleCnt="5">
        <dgm:presLayoutVars>
          <dgm:bulletEnabled val="1"/>
        </dgm:presLayoutVars>
      </dgm:prSet>
      <dgm:spPr/>
    </dgm:pt>
    <dgm:pt modelId="{75F503C8-8096-4AE9-9645-1B6BEA756D75}" type="pres">
      <dgm:prSet presAssocID="{A80FBE7F-3E68-481A-B1C6-616A083D0CCB}" presName="FiveNodes_2_text" presStyleLbl="node1" presStyleIdx="4" presStyleCnt="5">
        <dgm:presLayoutVars>
          <dgm:bulletEnabled val="1"/>
        </dgm:presLayoutVars>
      </dgm:prSet>
      <dgm:spPr/>
    </dgm:pt>
    <dgm:pt modelId="{71B52771-D244-4283-84F2-4024D3F94FEF}" type="pres">
      <dgm:prSet presAssocID="{A80FBE7F-3E68-481A-B1C6-616A083D0CCB}" presName="FiveNodes_3_text" presStyleLbl="node1" presStyleIdx="4" presStyleCnt="5">
        <dgm:presLayoutVars>
          <dgm:bulletEnabled val="1"/>
        </dgm:presLayoutVars>
      </dgm:prSet>
      <dgm:spPr/>
    </dgm:pt>
    <dgm:pt modelId="{64CACDF6-8228-427A-BB0C-F02293ADF338}" type="pres">
      <dgm:prSet presAssocID="{A80FBE7F-3E68-481A-B1C6-616A083D0CCB}" presName="FiveNodes_4_text" presStyleLbl="node1" presStyleIdx="4" presStyleCnt="5">
        <dgm:presLayoutVars>
          <dgm:bulletEnabled val="1"/>
        </dgm:presLayoutVars>
      </dgm:prSet>
      <dgm:spPr/>
    </dgm:pt>
    <dgm:pt modelId="{C13F8966-78CB-4918-96AE-19786F513050}" type="pres">
      <dgm:prSet presAssocID="{A80FBE7F-3E68-481A-B1C6-616A083D0CC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D3B661A-E4B6-40C8-8B5C-F13822A464B7}" type="presOf" srcId="{E439F03D-5FF3-4DC4-9D7B-B7FBB1DAB623}" destId="{E83E2FAB-D708-4E97-A065-E0841502714C}" srcOrd="0" destOrd="0" presId="urn:microsoft.com/office/officeart/2005/8/layout/vProcess5"/>
    <dgm:cxn modelId="{B00CC633-F3B2-4386-ACEA-9E9334878DE6}" type="presOf" srcId="{C02BCC4F-CAA1-4143-8AAA-34A14B7D2853}" destId="{41995DBD-90F9-4870-B961-6844E247520D}" srcOrd="0" destOrd="0" presId="urn:microsoft.com/office/officeart/2005/8/layout/vProcess5"/>
    <dgm:cxn modelId="{3CA4FF3A-D0D9-4D83-83E2-20CB5EA5254D}" type="presOf" srcId="{C1817C13-EB5C-47DB-B2C9-3D2645084176}" destId="{9A61A04C-7986-4670-88DD-231D1545AE62}" srcOrd="0" destOrd="0" presId="urn:microsoft.com/office/officeart/2005/8/layout/vProcess5"/>
    <dgm:cxn modelId="{F26C143D-FC75-4E3C-829C-0A5CCDE1A40F}" type="presOf" srcId="{04DB3067-2DEB-48BB-B290-A5B103027EEA}" destId="{0780D9F5-58E2-4E79-B243-88B4D067A257}" srcOrd="0" destOrd="0" presId="urn:microsoft.com/office/officeart/2005/8/layout/vProcess5"/>
    <dgm:cxn modelId="{E4544C5B-39C1-476B-8D86-CC7DF7897112}" type="presOf" srcId="{C1817C13-EB5C-47DB-B2C9-3D2645084176}" destId="{894006DC-972B-48A3-B295-C7B0FE0778DF}" srcOrd="1" destOrd="0" presId="urn:microsoft.com/office/officeart/2005/8/layout/vProcess5"/>
    <dgm:cxn modelId="{1E88075C-8765-4307-8564-EBFA2709F84A}" srcId="{A80FBE7F-3E68-481A-B1C6-616A083D0CCB}" destId="{E439F03D-5FF3-4DC4-9D7B-B7FBB1DAB623}" srcOrd="4" destOrd="0" parTransId="{2510323C-204F-46BC-BD16-AA77CED958C0}" sibTransId="{31BBAB67-4C0D-4EBC-873B-BF93773F4AD9}"/>
    <dgm:cxn modelId="{49EE3D5F-FE0A-436E-8252-166ACA26ABD1}" type="presOf" srcId="{A7111922-631E-4EBE-BC04-99D58674E3F2}" destId="{17C07F07-7A1D-455B-8A72-6CF89925382D}" srcOrd="0" destOrd="0" presId="urn:microsoft.com/office/officeart/2005/8/layout/vProcess5"/>
    <dgm:cxn modelId="{6F503942-BD6A-4775-BD23-CD8EC1C0A589}" type="presOf" srcId="{27D811C0-625E-4E92-8BF2-BEA03D68242C}" destId="{94A7A865-4E42-4997-A55A-7E6E0D321D0A}" srcOrd="0" destOrd="0" presId="urn:microsoft.com/office/officeart/2005/8/layout/vProcess5"/>
    <dgm:cxn modelId="{0B9FC358-F602-44B7-9F45-45F28F08696B}" type="presOf" srcId="{2C94E9DF-118F-4E16-AFDD-381D9BAB2828}" destId="{8150E223-7BB0-4688-98B8-E0C6884874B8}" srcOrd="0" destOrd="0" presId="urn:microsoft.com/office/officeart/2005/8/layout/vProcess5"/>
    <dgm:cxn modelId="{91232481-24E2-44BE-8431-6FEF2E35A50A}" srcId="{A80FBE7F-3E68-481A-B1C6-616A083D0CCB}" destId="{27D811C0-625E-4E92-8BF2-BEA03D68242C}" srcOrd="3" destOrd="0" parTransId="{4F133DCD-2B8D-4D4E-9635-10C2A9F9281F}" sibTransId="{2C94E9DF-118F-4E16-AFDD-381D9BAB2828}"/>
    <dgm:cxn modelId="{47611392-A82A-4F29-A568-2F1605E84C21}" type="presOf" srcId="{A7111922-631E-4EBE-BC04-99D58674E3F2}" destId="{75F503C8-8096-4AE9-9645-1B6BEA756D75}" srcOrd="1" destOrd="0" presId="urn:microsoft.com/office/officeart/2005/8/layout/vProcess5"/>
    <dgm:cxn modelId="{1B634F9B-7CD2-40F4-B2FB-6C1184B8CDBD}" type="presOf" srcId="{F9FCCFEA-4F1A-4529-A493-166E9565A78D}" destId="{B053DE82-A971-4FB3-91DF-854395F8B8F4}" srcOrd="0" destOrd="0" presId="urn:microsoft.com/office/officeart/2005/8/layout/vProcess5"/>
    <dgm:cxn modelId="{3E76F79D-87F2-4990-9C0F-29DF6B881594}" type="presOf" srcId="{E439F03D-5FF3-4DC4-9D7B-B7FBB1DAB623}" destId="{C13F8966-78CB-4918-96AE-19786F513050}" srcOrd="1" destOrd="0" presId="urn:microsoft.com/office/officeart/2005/8/layout/vProcess5"/>
    <dgm:cxn modelId="{E87FB4A2-5EBE-42EE-A608-3BD573698C9B}" srcId="{A80FBE7F-3E68-481A-B1C6-616A083D0CCB}" destId="{C02BCC4F-CAA1-4143-8AAA-34A14B7D2853}" srcOrd="2" destOrd="0" parTransId="{CDEF3C3F-88C0-4BA8-A990-BE8465423A14}" sibTransId="{F9FCCFEA-4F1A-4529-A493-166E9565A78D}"/>
    <dgm:cxn modelId="{B3F206A8-E7E1-4BE9-9D1C-D04CAEADF619}" srcId="{A80FBE7F-3E68-481A-B1C6-616A083D0CCB}" destId="{A7111922-631E-4EBE-BC04-99D58674E3F2}" srcOrd="1" destOrd="0" parTransId="{375253A4-8514-460C-B088-B67DE4C7D336}" sibTransId="{8D5F883F-4FDC-48AE-AFB5-59735099BCD7}"/>
    <dgm:cxn modelId="{5CC735C3-5EDD-4434-8AD3-955E6578E664}" type="presOf" srcId="{27D811C0-625E-4E92-8BF2-BEA03D68242C}" destId="{64CACDF6-8228-427A-BB0C-F02293ADF338}" srcOrd="1" destOrd="0" presId="urn:microsoft.com/office/officeart/2005/8/layout/vProcess5"/>
    <dgm:cxn modelId="{EAA19ADE-59C0-46A7-BA38-12BB7089561F}" srcId="{A80FBE7F-3E68-481A-B1C6-616A083D0CCB}" destId="{C1817C13-EB5C-47DB-B2C9-3D2645084176}" srcOrd="0" destOrd="0" parTransId="{04F5EA5C-339C-4C06-B3B7-014A87E11086}" sibTransId="{04DB3067-2DEB-48BB-B290-A5B103027EEA}"/>
    <dgm:cxn modelId="{A8F9F1EB-B332-4BBB-A4F2-2D7DE0F84297}" type="presOf" srcId="{8D5F883F-4FDC-48AE-AFB5-59735099BCD7}" destId="{835AB2A5-AE71-443A-8A68-AA855ADEEE03}" srcOrd="0" destOrd="0" presId="urn:microsoft.com/office/officeart/2005/8/layout/vProcess5"/>
    <dgm:cxn modelId="{63367CF2-42D7-4567-BD69-668F1DB7D86E}" type="presOf" srcId="{A80FBE7F-3E68-481A-B1C6-616A083D0CCB}" destId="{205404E1-3D95-4A0A-9B6C-646903692698}" srcOrd="0" destOrd="0" presId="urn:microsoft.com/office/officeart/2005/8/layout/vProcess5"/>
    <dgm:cxn modelId="{650866F9-1952-4F99-8642-89C5E614CF9D}" type="presOf" srcId="{C02BCC4F-CAA1-4143-8AAA-34A14B7D2853}" destId="{71B52771-D244-4283-84F2-4024D3F94FEF}" srcOrd="1" destOrd="0" presId="urn:microsoft.com/office/officeart/2005/8/layout/vProcess5"/>
    <dgm:cxn modelId="{B36B5104-0E1C-4B6B-BB30-7F8974D37DF8}" type="presParOf" srcId="{205404E1-3D95-4A0A-9B6C-646903692698}" destId="{07D2DD6A-B081-4232-82AF-4ACCFAF0F2DE}" srcOrd="0" destOrd="0" presId="urn:microsoft.com/office/officeart/2005/8/layout/vProcess5"/>
    <dgm:cxn modelId="{A69097AB-DB33-49EC-A741-6BBC2D151BE4}" type="presParOf" srcId="{205404E1-3D95-4A0A-9B6C-646903692698}" destId="{9A61A04C-7986-4670-88DD-231D1545AE62}" srcOrd="1" destOrd="0" presId="urn:microsoft.com/office/officeart/2005/8/layout/vProcess5"/>
    <dgm:cxn modelId="{344A4CDD-0950-479A-AC80-5EC996041F39}" type="presParOf" srcId="{205404E1-3D95-4A0A-9B6C-646903692698}" destId="{17C07F07-7A1D-455B-8A72-6CF89925382D}" srcOrd="2" destOrd="0" presId="urn:microsoft.com/office/officeart/2005/8/layout/vProcess5"/>
    <dgm:cxn modelId="{2A77F84D-6391-428A-BC8D-A55C0BF5C51B}" type="presParOf" srcId="{205404E1-3D95-4A0A-9B6C-646903692698}" destId="{41995DBD-90F9-4870-B961-6844E247520D}" srcOrd="3" destOrd="0" presId="urn:microsoft.com/office/officeart/2005/8/layout/vProcess5"/>
    <dgm:cxn modelId="{754378DE-F0AE-4F29-9EAD-367738C655FA}" type="presParOf" srcId="{205404E1-3D95-4A0A-9B6C-646903692698}" destId="{94A7A865-4E42-4997-A55A-7E6E0D321D0A}" srcOrd="4" destOrd="0" presId="urn:microsoft.com/office/officeart/2005/8/layout/vProcess5"/>
    <dgm:cxn modelId="{73C2F5FA-F63B-4607-8CF7-FBE7E85B95AC}" type="presParOf" srcId="{205404E1-3D95-4A0A-9B6C-646903692698}" destId="{E83E2FAB-D708-4E97-A065-E0841502714C}" srcOrd="5" destOrd="0" presId="urn:microsoft.com/office/officeart/2005/8/layout/vProcess5"/>
    <dgm:cxn modelId="{3EA0BBED-6320-43F6-A66A-210263532477}" type="presParOf" srcId="{205404E1-3D95-4A0A-9B6C-646903692698}" destId="{0780D9F5-58E2-4E79-B243-88B4D067A257}" srcOrd="6" destOrd="0" presId="urn:microsoft.com/office/officeart/2005/8/layout/vProcess5"/>
    <dgm:cxn modelId="{183C51CB-BA7B-4F93-BFB8-CD6FB207971F}" type="presParOf" srcId="{205404E1-3D95-4A0A-9B6C-646903692698}" destId="{835AB2A5-AE71-443A-8A68-AA855ADEEE03}" srcOrd="7" destOrd="0" presId="urn:microsoft.com/office/officeart/2005/8/layout/vProcess5"/>
    <dgm:cxn modelId="{247E5607-6211-4308-BAB7-F70B157258C8}" type="presParOf" srcId="{205404E1-3D95-4A0A-9B6C-646903692698}" destId="{B053DE82-A971-4FB3-91DF-854395F8B8F4}" srcOrd="8" destOrd="0" presId="urn:microsoft.com/office/officeart/2005/8/layout/vProcess5"/>
    <dgm:cxn modelId="{4A4090FD-D52E-43C5-A261-791423D306B3}" type="presParOf" srcId="{205404E1-3D95-4A0A-9B6C-646903692698}" destId="{8150E223-7BB0-4688-98B8-E0C6884874B8}" srcOrd="9" destOrd="0" presId="urn:microsoft.com/office/officeart/2005/8/layout/vProcess5"/>
    <dgm:cxn modelId="{DDFDB647-FB57-412D-9ED5-8F17120290AD}" type="presParOf" srcId="{205404E1-3D95-4A0A-9B6C-646903692698}" destId="{894006DC-972B-48A3-B295-C7B0FE0778DF}" srcOrd="10" destOrd="0" presId="urn:microsoft.com/office/officeart/2005/8/layout/vProcess5"/>
    <dgm:cxn modelId="{815641B6-52C3-4BE4-96C7-D523FE9FB35C}" type="presParOf" srcId="{205404E1-3D95-4A0A-9B6C-646903692698}" destId="{75F503C8-8096-4AE9-9645-1B6BEA756D75}" srcOrd="11" destOrd="0" presId="urn:microsoft.com/office/officeart/2005/8/layout/vProcess5"/>
    <dgm:cxn modelId="{7750BE26-FE66-4A05-BDB3-7B10A6FB3CD8}" type="presParOf" srcId="{205404E1-3D95-4A0A-9B6C-646903692698}" destId="{71B52771-D244-4283-84F2-4024D3F94FEF}" srcOrd="12" destOrd="0" presId="urn:microsoft.com/office/officeart/2005/8/layout/vProcess5"/>
    <dgm:cxn modelId="{5431A9A8-9416-4EC7-9A9C-02CE60057905}" type="presParOf" srcId="{205404E1-3D95-4A0A-9B6C-646903692698}" destId="{64CACDF6-8228-427A-BB0C-F02293ADF338}" srcOrd="13" destOrd="0" presId="urn:microsoft.com/office/officeart/2005/8/layout/vProcess5"/>
    <dgm:cxn modelId="{BD35FA46-2A40-4C7E-BEDE-8ACA83F554F5}" type="presParOf" srcId="{205404E1-3D95-4A0A-9B6C-646903692698}" destId="{C13F8966-78CB-4918-96AE-19786F51305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E3DD7-A54B-4697-A4BF-BBFFAEAA0A4C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57259-DA07-4A51-816C-F7FB123A5B0B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3DC85-4F2E-451A-8AE7-5E491B377490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Analyze retail coffee shop sales data to derive actionable business insights.</a:t>
          </a:r>
        </a:p>
      </dsp:txBody>
      <dsp:txXfrm>
        <a:off x="518589" y="1265836"/>
        <a:ext cx="1582031" cy="632812"/>
      </dsp:txXfrm>
    </dsp:sp>
    <dsp:sp modelId="{38F7D4F2-9FEE-4981-9DFF-38DDB5840AC0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90DCFE-BCA0-4E30-A2EA-E85E16DD218F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9C6E8-227D-405C-85B8-4F42AC940053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Identify peak sales periods</a:t>
          </a:r>
        </a:p>
      </dsp:txBody>
      <dsp:txXfrm>
        <a:off x="2377476" y="1265836"/>
        <a:ext cx="1582031" cy="632812"/>
      </dsp:txXfrm>
    </dsp:sp>
    <dsp:sp modelId="{98C1E4CD-3EC5-49AC-9C8F-5BDB54D2B3B5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2627F-9F37-495C-B54B-F0267546289D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9E9684-B3CC-4F17-805D-DCB6C69FCBF4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Evaluate monthly revenue growth</a:t>
          </a:r>
        </a:p>
      </dsp:txBody>
      <dsp:txXfrm>
        <a:off x="4236363" y="1265836"/>
        <a:ext cx="1582031" cy="632812"/>
      </dsp:txXfrm>
    </dsp:sp>
    <dsp:sp modelId="{F6E3F8FB-3F72-489A-9BE5-A1A5CDBB7C33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463D51-3370-4ED4-B902-17E81747D98E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DB74BD-71F0-4CCB-A019-0CC8A253F6CD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Analyze store performance</a:t>
          </a:r>
        </a:p>
      </dsp:txBody>
      <dsp:txXfrm>
        <a:off x="6095249" y="1265836"/>
        <a:ext cx="1582031" cy="632812"/>
      </dsp:txXfrm>
    </dsp:sp>
    <dsp:sp modelId="{04ED5271-ADDE-4FFC-B5F4-01D5ECCB6E2C}">
      <dsp:nvSpPr>
        <dsp:cNvPr id="0" name=""/>
        <dsp:cNvSpPr/>
      </dsp:nvSpPr>
      <dsp:spPr>
        <a:xfrm>
          <a:off x="2685972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F5A220-0C2D-431E-8B56-1F4BA9F623E4}">
      <dsp:nvSpPr>
        <dsp:cNvPr id="0" name=""/>
        <dsp:cNvSpPr/>
      </dsp:nvSpPr>
      <dsp:spPr>
        <a:xfrm>
          <a:off x="2891636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43362-CCF9-4959-8655-509AAAD115EF}">
      <dsp:nvSpPr>
        <dsp:cNvPr id="0" name=""/>
        <dsp:cNvSpPr/>
      </dsp:nvSpPr>
      <dsp:spPr>
        <a:xfrm>
          <a:off x="237747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Determine top-selling products</a:t>
          </a:r>
        </a:p>
      </dsp:txBody>
      <dsp:txXfrm>
        <a:off x="2377476" y="3559781"/>
        <a:ext cx="1582031" cy="632812"/>
      </dsp:txXfrm>
    </dsp:sp>
    <dsp:sp modelId="{35AD7A16-5D39-4E35-AF1C-19AFF6941538}">
      <dsp:nvSpPr>
        <dsp:cNvPr id="0" name=""/>
        <dsp:cNvSpPr/>
      </dsp:nvSpPr>
      <dsp:spPr>
        <a:xfrm>
          <a:off x="4544859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F839DC-DC4C-41AB-9214-15C4BCA09AA9}">
      <dsp:nvSpPr>
        <dsp:cNvPr id="0" name=""/>
        <dsp:cNvSpPr/>
      </dsp:nvSpPr>
      <dsp:spPr>
        <a:xfrm>
          <a:off x="4750523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C0AEF-D0D0-4CDD-A214-FC9FCE6AB36C}">
      <dsp:nvSpPr>
        <dsp:cNvPr id="0" name=""/>
        <dsp:cNvSpPr/>
      </dsp:nvSpPr>
      <dsp:spPr>
        <a:xfrm>
          <a:off x="423636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Support business decision-making</a:t>
          </a:r>
        </a:p>
      </dsp:txBody>
      <dsp:txXfrm>
        <a:off x="4236363" y="3559781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1A04C-7986-4670-88DD-231D1545AE62}">
      <dsp:nvSpPr>
        <dsp:cNvPr id="0" name=""/>
        <dsp:cNvSpPr/>
      </dsp:nvSpPr>
      <dsp:spPr>
        <a:xfrm>
          <a:off x="0" y="0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Morning hours (8–10 AM) generate the highest sales.</a:t>
          </a:r>
        </a:p>
      </dsp:txBody>
      <dsp:txXfrm>
        <a:off x="19451" y="19451"/>
        <a:ext cx="5516512" cy="625190"/>
      </dsp:txXfrm>
    </dsp:sp>
    <dsp:sp modelId="{17C07F07-7A1D-455B-8A72-6CF89925382D}">
      <dsp:nvSpPr>
        <dsp:cNvPr id="0" name=""/>
        <dsp:cNvSpPr/>
      </dsp:nvSpPr>
      <dsp:spPr>
        <a:xfrm>
          <a:off x="471262" y="756328"/>
          <a:ext cx="6310820" cy="6640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Coffee category contributes the largest share of revenue.</a:t>
          </a:r>
        </a:p>
      </dsp:txBody>
      <dsp:txXfrm>
        <a:off x="490713" y="775779"/>
        <a:ext cx="5368995" cy="625190"/>
      </dsp:txXfrm>
    </dsp:sp>
    <dsp:sp modelId="{41995DBD-90F9-4870-B961-6844E247520D}">
      <dsp:nvSpPr>
        <dsp:cNvPr id="0" name=""/>
        <dsp:cNvSpPr/>
      </dsp:nvSpPr>
      <dsp:spPr>
        <a:xfrm>
          <a:off x="942525" y="1512656"/>
          <a:ext cx="6310820" cy="6640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June recorded the highest monthly revenue growth.</a:t>
          </a:r>
        </a:p>
      </dsp:txBody>
      <dsp:txXfrm>
        <a:off x="961976" y="1532107"/>
        <a:ext cx="5368995" cy="625190"/>
      </dsp:txXfrm>
    </dsp:sp>
    <dsp:sp modelId="{94A7A865-4E42-4997-A55A-7E6E0D321D0A}">
      <dsp:nvSpPr>
        <dsp:cNvPr id="0" name=""/>
        <dsp:cNvSpPr/>
      </dsp:nvSpPr>
      <dsp:spPr>
        <a:xfrm>
          <a:off x="1413787" y="2268984"/>
          <a:ext cx="6310820" cy="66409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Hell’s Kitchen is the top-performing store location.</a:t>
          </a:r>
        </a:p>
      </dsp:txBody>
      <dsp:txXfrm>
        <a:off x="1433238" y="2288435"/>
        <a:ext cx="5368995" cy="625190"/>
      </dsp:txXfrm>
    </dsp:sp>
    <dsp:sp modelId="{E83E2FAB-D708-4E97-A065-E0841502714C}">
      <dsp:nvSpPr>
        <dsp:cNvPr id="0" name=""/>
        <dsp:cNvSpPr/>
      </dsp:nvSpPr>
      <dsp:spPr>
        <a:xfrm>
          <a:off x="1885050" y="3025312"/>
          <a:ext cx="6310820" cy="66409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Barista Espresso is the best-selling product.</a:t>
          </a:r>
        </a:p>
      </dsp:txBody>
      <dsp:txXfrm>
        <a:off x="1904501" y="3044763"/>
        <a:ext cx="5368995" cy="625190"/>
      </dsp:txXfrm>
    </dsp:sp>
    <dsp:sp modelId="{0780D9F5-58E2-4E79-B243-88B4D067A257}">
      <dsp:nvSpPr>
        <dsp:cNvPr id="0" name=""/>
        <dsp:cNvSpPr/>
      </dsp:nvSpPr>
      <dsp:spPr>
        <a:xfrm>
          <a:off x="5879160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6283" y="485156"/>
        <a:ext cx="237414" cy="324824"/>
      </dsp:txXfrm>
    </dsp:sp>
    <dsp:sp modelId="{835AB2A5-AE71-443A-8A68-AA855ADEEE03}">
      <dsp:nvSpPr>
        <dsp:cNvPr id="0" name=""/>
        <dsp:cNvSpPr/>
      </dsp:nvSpPr>
      <dsp:spPr>
        <a:xfrm>
          <a:off x="6350422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47545" y="1241484"/>
        <a:ext cx="237414" cy="324824"/>
      </dsp:txXfrm>
    </dsp:sp>
    <dsp:sp modelId="{B053DE82-A971-4FB3-91DF-854395F8B8F4}">
      <dsp:nvSpPr>
        <dsp:cNvPr id="0" name=""/>
        <dsp:cNvSpPr/>
      </dsp:nvSpPr>
      <dsp:spPr>
        <a:xfrm>
          <a:off x="6821685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918808" y="1986744"/>
        <a:ext cx="237414" cy="324824"/>
      </dsp:txXfrm>
    </dsp:sp>
    <dsp:sp modelId="{8150E223-7BB0-4688-98B8-E0C6884874B8}">
      <dsp:nvSpPr>
        <dsp:cNvPr id="0" name=""/>
        <dsp:cNvSpPr/>
      </dsp:nvSpPr>
      <dsp:spPr>
        <a:xfrm>
          <a:off x="729294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90071" y="2750451"/>
        <a:ext cx="237414" cy="3248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Brew Theory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Professional Business Insights Dashboard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Project Objective</a:t>
            </a:r>
          </a:p>
        </p:txBody>
      </p:sp>
      <p:graphicFrame>
        <p:nvGraphicFramePr>
          <p:cNvPr id="59" name="Content Placeholder 2">
            <a:extLst>
              <a:ext uri="{FF2B5EF4-FFF2-40B4-BE49-F238E27FC236}">
                <a16:creationId xmlns:a16="http://schemas.microsoft.com/office/drawing/2014/main" id="{3EE6E787-870A-A2E6-5E00-3C4761F865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24334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Sales by Day of Week</a:t>
            </a: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</p:nvPr>
        </p:nvGraphicFramePr>
        <p:xfrm>
          <a:off x="724043" y="2112579"/>
          <a:ext cx="7713869" cy="41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4101">
                <a:tc>
                  <a:txBody>
                    <a:bodyPr/>
                    <a:lstStyle/>
                    <a:p>
                      <a:r>
                        <a:rPr lang="en-US" sz="2300"/>
                        <a:t>Day</a:t>
                      </a:r>
                    </a:p>
                  </a:txBody>
                  <a:tcPr marL="119114" marR="119114" marT="59557" marB="59557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Revenue</a:t>
                      </a:r>
                    </a:p>
                  </a:txBody>
                  <a:tcPr marL="119114" marR="119114" marT="59557" marB="5955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r>
                        <a:rPr lang="en-US" sz="2300"/>
                        <a:t>Monday</a:t>
                      </a:r>
                    </a:p>
                  </a:txBody>
                  <a:tcPr marL="119114" marR="119114" marT="59557" marB="59557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$101,677</a:t>
                      </a:r>
                    </a:p>
                  </a:txBody>
                  <a:tcPr marL="119114" marR="119114" marT="59557" marB="5955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r>
                        <a:rPr lang="en-US" sz="2300"/>
                        <a:t>Tuesday</a:t>
                      </a:r>
                    </a:p>
                  </a:txBody>
                  <a:tcPr marL="119114" marR="119114" marT="59557" marB="59557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$99,456</a:t>
                      </a:r>
                    </a:p>
                  </a:txBody>
                  <a:tcPr marL="119114" marR="119114" marT="59557" marB="5955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r>
                        <a:rPr lang="en-US" sz="2300"/>
                        <a:t>Wednesday</a:t>
                      </a:r>
                    </a:p>
                  </a:txBody>
                  <a:tcPr marL="119114" marR="119114" marT="59557" marB="59557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$100,314</a:t>
                      </a:r>
                    </a:p>
                  </a:txBody>
                  <a:tcPr marL="119114" marR="119114" marT="59557" marB="5955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r>
                        <a:rPr lang="en-US" sz="2300"/>
                        <a:t>Thursday</a:t>
                      </a:r>
                    </a:p>
                  </a:txBody>
                  <a:tcPr marL="119114" marR="119114" marT="59557" marB="59557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$100,768</a:t>
                      </a:r>
                    </a:p>
                  </a:txBody>
                  <a:tcPr marL="119114" marR="119114" marT="59557" marB="5955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r>
                        <a:rPr lang="en-US" sz="2300"/>
                        <a:t>Friday</a:t>
                      </a:r>
                    </a:p>
                  </a:txBody>
                  <a:tcPr marL="119114" marR="119114" marT="59557" marB="59557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$101,373</a:t>
                      </a:r>
                    </a:p>
                  </a:txBody>
                  <a:tcPr marL="119114" marR="119114" marT="59557" marB="5955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r>
                        <a:rPr lang="en-US" sz="2300"/>
                        <a:t>Saturday</a:t>
                      </a:r>
                    </a:p>
                  </a:txBody>
                  <a:tcPr marL="119114" marR="119114" marT="59557" marB="59557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$96,894</a:t>
                      </a:r>
                    </a:p>
                  </a:txBody>
                  <a:tcPr marL="119114" marR="119114" marT="59557" marB="5955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r>
                        <a:rPr lang="en-US" sz="2300"/>
                        <a:t>Sunday</a:t>
                      </a:r>
                    </a:p>
                  </a:txBody>
                  <a:tcPr marL="119114" marR="119114" marT="59557" marB="59557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$98,330</a:t>
                      </a:r>
                    </a:p>
                  </a:txBody>
                  <a:tcPr marL="119114" marR="119114" marT="59557" marB="5955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Monthly Sales Revenue</a:t>
            </a: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</p:nvPr>
        </p:nvGraphicFramePr>
        <p:xfrm>
          <a:off x="636613" y="2112579"/>
          <a:ext cx="7888730" cy="4192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6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973">
                <a:tc>
                  <a:txBody>
                    <a:bodyPr/>
                    <a:lstStyle/>
                    <a:p>
                      <a:r>
                        <a:rPr sz="2700"/>
                        <a:t>Month</a:t>
                      </a:r>
                    </a:p>
                  </a:txBody>
                  <a:tcPr marL="136130" marR="136130" marT="68065" marB="68065"/>
                </a:tc>
                <a:tc>
                  <a:txBody>
                    <a:bodyPr/>
                    <a:lstStyle/>
                    <a:p>
                      <a:r>
                        <a:rPr sz="2700"/>
                        <a:t>Revenue</a:t>
                      </a:r>
                    </a:p>
                  </a:txBody>
                  <a:tcPr marL="136130" marR="136130" marT="68065" marB="6806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r>
                        <a:rPr sz="2700"/>
                        <a:t>January</a:t>
                      </a:r>
                    </a:p>
                  </a:txBody>
                  <a:tcPr marL="136130" marR="136130" marT="68065" marB="68065"/>
                </a:tc>
                <a:tc>
                  <a:txBody>
                    <a:bodyPr/>
                    <a:lstStyle/>
                    <a:p>
                      <a:r>
                        <a:rPr sz="2700"/>
                        <a:t>$81,678</a:t>
                      </a:r>
                    </a:p>
                  </a:txBody>
                  <a:tcPr marL="136130" marR="136130" marT="68065" marB="6806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r>
                        <a:rPr sz="2700"/>
                        <a:t>February</a:t>
                      </a:r>
                    </a:p>
                  </a:txBody>
                  <a:tcPr marL="136130" marR="136130" marT="68065" marB="68065"/>
                </a:tc>
                <a:tc>
                  <a:txBody>
                    <a:bodyPr/>
                    <a:lstStyle/>
                    <a:p>
                      <a:r>
                        <a:rPr sz="2700"/>
                        <a:t>$76,145</a:t>
                      </a:r>
                    </a:p>
                  </a:txBody>
                  <a:tcPr marL="136130" marR="136130" marT="68065" marB="6806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r>
                        <a:rPr sz="2700"/>
                        <a:t>March</a:t>
                      </a:r>
                    </a:p>
                  </a:txBody>
                  <a:tcPr marL="136130" marR="136130" marT="68065" marB="68065"/>
                </a:tc>
                <a:tc>
                  <a:txBody>
                    <a:bodyPr/>
                    <a:lstStyle/>
                    <a:p>
                      <a:r>
                        <a:rPr sz="2700"/>
                        <a:t>$98,835</a:t>
                      </a:r>
                    </a:p>
                  </a:txBody>
                  <a:tcPr marL="136130" marR="136130" marT="68065" marB="6806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r>
                        <a:rPr sz="2700"/>
                        <a:t>April</a:t>
                      </a:r>
                    </a:p>
                  </a:txBody>
                  <a:tcPr marL="136130" marR="136130" marT="68065" marB="68065"/>
                </a:tc>
                <a:tc>
                  <a:txBody>
                    <a:bodyPr/>
                    <a:lstStyle/>
                    <a:p>
                      <a:r>
                        <a:rPr sz="2700"/>
                        <a:t>$118,941</a:t>
                      </a:r>
                    </a:p>
                  </a:txBody>
                  <a:tcPr marL="136130" marR="136130" marT="68065" marB="6806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r>
                        <a:rPr sz="2700"/>
                        <a:t>May</a:t>
                      </a:r>
                    </a:p>
                  </a:txBody>
                  <a:tcPr marL="136130" marR="136130" marT="68065" marB="68065"/>
                </a:tc>
                <a:tc>
                  <a:txBody>
                    <a:bodyPr/>
                    <a:lstStyle/>
                    <a:p>
                      <a:r>
                        <a:rPr sz="2700"/>
                        <a:t>$156,728</a:t>
                      </a:r>
                    </a:p>
                  </a:txBody>
                  <a:tcPr marL="136130" marR="136130" marT="68065" marB="6806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r>
                        <a:rPr sz="2700"/>
                        <a:t>June</a:t>
                      </a:r>
                    </a:p>
                  </a:txBody>
                  <a:tcPr marL="136130" marR="136130" marT="68065" marB="68065"/>
                </a:tc>
                <a:tc>
                  <a:txBody>
                    <a:bodyPr/>
                    <a:lstStyle/>
                    <a:p>
                      <a:r>
                        <a:rPr sz="2700"/>
                        <a:t>$166,486</a:t>
                      </a:r>
                    </a:p>
                  </a:txBody>
                  <a:tcPr marL="136130" marR="136130" marT="68065" marB="6806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Store Location Performance</a:t>
            </a: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</p:nvPr>
        </p:nvGraphicFramePr>
        <p:xfrm>
          <a:off x="1512234" y="2733749"/>
          <a:ext cx="6137487" cy="295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3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3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Location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Revenue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Hell’s Kitchen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$236,511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Astoria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$232,244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Lower Manhattan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$230,057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Top Selling Products</a:t>
            </a: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</p:nvPr>
        </p:nvGraphicFramePr>
        <p:xfrm>
          <a:off x="906867" y="2364941"/>
          <a:ext cx="7348221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4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sz="3300"/>
                        <a:t>Product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sz="3300"/>
                        <a:t>Revenue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sz="3300"/>
                        <a:t>Barista Espresso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sz="3300"/>
                        <a:t>$91,406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sz="3300"/>
                        <a:t>Brewed Chai Tea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sz="3300"/>
                        <a:t>$77,082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sz="3300"/>
                        <a:t>Hot Chocolate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sz="3300"/>
                        <a:t>$72,416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sz="3300"/>
                        <a:t>Gourmet Brewed Coffee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sz="3300"/>
                        <a:t>$70,035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Top Product Categories</a:t>
            </a: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</p:nvPr>
        </p:nvGraphicFramePr>
        <p:xfrm>
          <a:off x="1360892" y="2364941"/>
          <a:ext cx="6440171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6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3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sz="3300"/>
                        <a:t>Category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sz="3300"/>
                        <a:t>Revenue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sz="3300"/>
                        <a:t>Coffee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sz="3300"/>
                        <a:t>$269,952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sz="3300"/>
                        <a:t>Tea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sz="3300"/>
                        <a:t>$196,406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sz="3300"/>
                        <a:t>Bakery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sz="3300"/>
                        <a:t>$82,316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sz="3300"/>
                        <a:t>Drinking Chocolate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sz="3300"/>
                        <a:t>$72,416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Business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6F4196-E552-4ED0-7C98-47818FE43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52979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Brew Theory Sales Analysis</vt:lpstr>
      <vt:lpstr>Project Objective</vt:lpstr>
      <vt:lpstr>Sales by Day of Week</vt:lpstr>
      <vt:lpstr>Monthly Sales Revenue</vt:lpstr>
      <vt:lpstr>Store Location Performance</vt:lpstr>
      <vt:lpstr>Top Selling Products</vt:lpstr>
      <vt:lpstr>Top Product Categories</vt:lpstr>
      <vt:lpstr>Key Business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34</cp:revision>
  <dcterms:created xsi:type="dcterms:W3CDTF">2013-01-27T09:14:16Z</dcterms:created>
  <dcterms:modified xsi:type="dcterms:W3CDTF">2026-05-16T15:46:47Z</dcterms:modified>
  <cp:category/>
</cp:coreProperties>
</file>